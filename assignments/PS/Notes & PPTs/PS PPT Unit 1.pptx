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60" r:id="rId6"/>
    <p:sldId id="259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7" r:id="rId20"/>
    <p:sldId id="275" r:id="rId21"/>
    <p:sldId id="276" r:id="rId22"/>
    <p:sldId id="278" r:id="rId23"/>
    <p:sldId id="279" r:id="rId24"/>
    <p:sldId id="281" r:id="rId25"/>
    <p:sldId id="27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etika Khatri" userId="edb157f7224239f9" providerId="LiveId" clId="{DF5CE7F9-7150-49EE-8F7F-1D0557CCBFA8}"/>
    <pc:docChg chg="undo custSel addSld delSld modSld">
      <pc:chgData name="Geetika Khatri" userId="edb157f7224239f9" providerId="LiveId" clId="{DF5CE7F9-7150-49EE-8F7F-1D0557CCBFA8}" dt="2026-01-22T06:41:29.303" v="367" actId="1076"/>
      <pc:docMkLst>
        <pc:docMk/>
      </pc:docMkLst>
      <pc:sldChg chg="delSp modSp new mod">
        <pc:chgData name="Geetika Khatri" userId="edb157f7224239f9" providerId="LiveId" clId="{DF5CE7F9-7150-49EE-8F7F-1D0557CCBFA8}" dt="2026-01-22T03:04:48.872" v="147" actId="21"/>
        <pc:sldMkLst>
          <pc:docMk/>
          <pc:sldMk cId="2459411079" sldId="256"/>
        </pc:sldMkLst>
        <pc:spChg chg="mod">
          <ac:chgData name="Geetika Khatri" userId="edb157f7224239f9" providerId="LiveId" clId="{DF5CE7F9-7150-49EE-8F7F-1D0557CCBFA8}" dt="2026-01-22T03:04:43.792" v="146" actId="122"/>
          <ac:spMkLst>
            <pc:docMk/>
            <pc:sldMk cId="2459411079" sldId="256"/>
            <ac:spMk id="2" creationId="{7EDF2EBA-1DD0-B6DB-AD03-68433A1AE528}"/>
          </ac:spMkLst>
        </pc:spChg>
        <pc:spChg chg="del mod">
          <ac:chgData name="Geetika Khatri" userId="edb157f7224239f9" providerId="LiveId" clId="{DF5CE7F9-7150-49EE-8F7F-1D0557CCBFA8}" dt="2026-01-22T03:04:48.872" v="147" actId="21"/>
          <ac:spMkLst>
            <pc:docMk/>
            <pc:sldMk cId="2459411079" sldId="256"/>
            <ac:spMk id="3" creationId="{E0DFDD15-267C-9D12-F64B-5F6536B61024}"/>
          </ac:spMkLst>
        </pc:spChg>
      </pc:sldChg>
      <pc:sldChg chg="addSp delSp modSp new mod chgLayout">
        <pc:chgData name="Geetika Khatri" userId="edb157f7224239f9" providerId="LiveId" clId="{DF5CE7F9-7150-49EE-8F7F-1D0557CCBFA8}" dt="2026-01-22T06:41:18.590" v="366" actId="1076"/>
        <pc:sldMkLst>
          <pc:docMk/>
          <pc:sldMk cId="2425551993" sldId="257"/>
        </pc:sldMkLst>
        <pc:spChg chg="del mod">
          <ac:chgData name="Geetika Khatri" userId="edb157f7224239f9" providerId="LiveId" clId="{DF5CE7F9-7150-49EE-8F7F-1D0557CCBFA8}" dt="2026-01-22T02:57:10.627" v="9" actId="21"/>
          <ac:spMkLst>
            <pc:docMk/>
            <pc:sldMk cId="2425551993" sldId="257"/>
            <ac:spMk id="2" creationId="{01B1C8A6-94DD-5866-45E9-45420240B846}"/>
          </ac:spMkLst>
        </pc:spChg>
        <pc:spChg chg="add mod ord">
          <ac:chgData name="Geetika Khatri" userId="edb157f7224239f9" providerId="LiveId" clId="{DF5CE7F9-7150-49EE-8F7F-1D0557CCBFA8}" dt="2026-01-22T06:41:15.520" v="365" actId="1076"/>
          <ac:spMkLst>
            <pc:docMk/>
            <pc:sldMk cId="2425551993" sldId="257"/>
            <ac:spMk id="2" creationId="{7C0AABB3-43CD-01CE-808B-31D0EE6F2262}"/>
          </ac:spMkLst>
        </pc:spChg>
        <pc:spChg chg="mod ord">
          <ac:chgData name="Geetika Khatri" userId="edb157f7224239f9" providerId="LiveId" clId="{DF5CE7F9-7150-49EE-8F7F-1D0557CCBFA8}" dt="2026-01-22T06:41:18.590" v="366" actId="1076"/>
          <ac:spMkLst>
            <pc:docMk/>
            <pc:sldMk cId="2425551993" sldId="257"/>
            <ac:spMk id="3" creationId="{0FE84DBA-F77C-4E29-798E-D70EADB88755}"/>
          </ac:spMkLst>
        </pc:spChg>
      </pc:sldChg>
      <pc:sldChg chg="delSp modSp new mod">
        <pc:chgData name="Geetika Khatri" userId="edb157f7224239f9" providerId="LiveId" clId="{DF5CE7F9-7150-49EE-8F7F-1D0557CCBFA8}" dt="2026-01-22T06:40:45.834" v="355" actId="1076"/>
        <pc:sldMkLst>
          <pc:docMk/>
          <pc:sldMk cId="1884370992" sldId="258"/>
        </pc:sldMkLst>
        <pc:spChg chg="del">
          <ac:chgData name="Geetika Khatri" userId="edb157f7224239f9" providerId="LiveId" clId="{DF5CE7F9-7150-49EE-8F7F-1D0557CCBFA8}" dt="2026-01-22T02:57:15.971" v="10" actId="21"/>
          <ac:spMkLst>
            <pc:docMk/>
            <pc:sldMk cId="1884370992" sldId="258"/>
            <ac:spMk id="2" creationId="{DA16D05D-9F5F-1698-AD4E-736D210A0195}"/>
          </ac:spMkLst>
        </pc:spChg>
        <pc:spChg chg="mod">
          <ac:chgData name="Geetika Khatri" userId="edb157f7224239f9" providerId="LiveId" clId="{DF5CE7F9-7150-49EE-8F7F-1D0557CCBFA8}" dt="2026-01-22T06:40:45.834" v="355" actId="1076"/>
          <ac:spMkLst>
            <pc:docMk/>
            <pc:sldMk cId="1884370992" sldId="258"/>
            <ac:spMk id="3" creationId="{65A04D8E-DB57-FDFF-6B8A-E6FF58479E1C}"/>
          </ac:spMkLst>
        </pc:spChg>
      </pc:sldChg>
      <pc:sldChg chg="addSp delSp modSp add mod modClrScheme chgLayout">
        <pc:chgData name="Geetika Khatri" userId="edb157f7224239f9" providerId="LiveId" clId="{DF5CE7F9-7150-49EE-8F7F-1D0557CCBFA8}" dt="2026-01-22T03:05:53.080" v="162" actId="1076"/>
        <pc:sldMkLst>
          <pc:docMk/>
          <pc:sldMk cId="3627826462" sldId="259"/>
        </pc:sldMkLst>
        <pc:spChg chg="add del mod ord">
          <ac:chgData name="Geetika Khatri" userId="edb157f7224239f9" providerId="LiveId" clId="{DF5CE7F9-7150-49EE-8F7F-1D0557CCBFA8}" dt="2026-01-22T02:59:38.656" v="37" actId="700"/>
          <ac:spMkLst>
            <pc:docMk/>
            <pc:sldMk cId="3627826462" sldId="259"/>
            <ac:spMk id="2" creationId="{923983AC-4162-BBA4-947B-2C6D1A365A26}"/>
          </ac:spMkLst>
        </pc:spChg>
        <pc:spChg chg="mod ord">
          <ac:chgData name="Geetika Khatri" userId="edb157f7224239f9" providerId="LiveId" clId="{DF5CE7F9-7150-49EE-8F7F-1D0557CCBFA8}" dt="2026-01-22T03:05:50.208" v="161" actId="1076"/>
          <ac:spMkLst>
            <pc:docMk/>
            <pc:sldMk cId="3627826462" sldId="259"/>
            <ac:spMk id="3" creationId="{D6A82C0A-A6E8-F1DA-60B7-979F3127D569}"/>
          </ac:spMkLst>
        </pc:spChg>
        <pc:spChg chg="add del mod ord">
          <ac:chgData name="Geetika Khatri" userId="edb157f7224239f9" providerId="LiveId" clId="{DF5CE7F9-7150-49EE-8F7F-1D0557CCBFA8}" dt="2026-01-22T02:59:38.656" v="37" actId="700"/>
          <ac:spMkLst>
            <pc:docMk/>
            <pc:sldMk cId="3627826462" sldId="259"/>
            <ac:spMk id="4" creationId="{41DDB6A3-A489-47DB-A77E-FA8929CAB637}"/>
          </ac:spMkLst>
        </pc:spChg>
        <pc:spChg chg="add del mod ord">
          <ac:chgData name="Geetika Khatri" userId="edb157f7224239f9" providerId="LiveId" clId="{DF5CE7F9-7150-49EE-8F7F-1D0557CCBFA8}" dt="2026-01-22T03:00:01.316" v="42" actId="21"/>
          <ac:spMkLst>
            <pc:docMk/>
            <pc:sldMk cId="3627826462" sldId="259"/>
            <ac:spMk id="5" creationId="{659A3A6C-F4EF-425D-9288-3B7A72A4F535}"/>
          </ac:spMkLst>
        </pc:spChg>
        <pc:spChg chg="add mod ord">
          <ac:chgData name="Geetika Khatri" userId="edb157f7224239f9" providerId="LiveId" clId="{DF5CE7F9-7150-49EE-8F7F-1D0557CCBFA8}" dt="2026-01-22T03:05:53.080" v="162" actId="1076"/>
          <ac:spMkLst>
            <pc:docMk/>
            <pc:sldMk cId="3627826462" sldId="259"/>
            <ac:spMk id="6" creationId="{E56AF1E3-5630-72F1-D2A3-5A2C0A7F1FCD}"/>
          </ac:spMkLst>
        </pc:spChg>
      </pc:sldChg>
      <pc:sldChg chg="new del">
        <pc:chgData name="Geetika Khatri" userId="edb157f7224239f9" providerId="LiveId" clId="{DF5CE7F9-7150-49EE-8F7F-1D0557CCBFA8}" dt="2026-01-22T02:57:23.217" v="11" actId="2696"/>
        <pc:sldMkLst>
          <pc:docMk/>
          <pc:sldMk cId="3900031149" sldId="259"/>
        </pc:sldMkLst>
      </pc:sldChg>
      <pc:sldChg chg="modSp add mod">
        <pc:chgData name="Geetika Khatri" userId="edb157f7224239f9" providerId="LiveId" clId="{DF5CE7F9-7150-49EE-8F7F-1D0557CCBFA8}" dt="2026-01-22T06:40:32.085" v="352" actId="20577"/>
        <pc:sldMkLst>
          <pc:docMk/>
          <pc:sldMk cId="3085791673" sldId="260"/>
        </pc:sldMkLst>
        <pc:spChg chg="mod">
          <ac:chgData name="Geetika Khatri" userId="edb157f7224239f9" providerId="LiveId" clId="{DF5CE7F9-7150-49EE-8F7F-1D0557CCBFA8}" dt="2026-01-22T06:40:32.085" v="352" actId="20577"/>
          <ac:spMkLst>
            <pc:docMk/>
            <pc:sldMk cId="3085791673" sldId="260"/>
            <ac:spMk id="3" creationId="{48CC931A-0E13-2CBC-2AA9-1535DCB3D1C2}"/>
          </ac:spMkLst>
        </pc:spChg>
      </pc:sldChg>
      <pc:sldChg chg="addSp delSp modSp add mod">
        <pc:chgData name="Geetika Khatri" userId="edb157f7224239f9" providerId="LiveId" clId="{DF5CE7F9-7150-49EE-8F7F-1D0557CCBFA8}" dt="2026-01-22T06:40:38.881" v="353" actId="122"/>
        <pc:sldMkLst>
          <pc:docMk/>
          <pc:sldMk cId="754774391" sldId="261"/>
        </pc:sldMkLst>
        <pc:spChg chg="mod">
          <ac:chgData name="Geetika Khatri" userId="edb157f7224239f9" providerId="LiveId" clId="{DF5CE7F9-7150-49EE-8F7F-1D0557CCBFA8}" dt="2026-01-22T06:40:38.881" v="353" actId="122"/>
          <ac:spMkLst>
            <pc:docMk/>
            <pc:sldMk cId="754774391" sldId="261"/>
            <ac:spMk id="3" creationId="{4BC6D248-FA19-3322-C325-50FF28FDB449}"/>
          </ac:spMkLst>
        </pc:spChg>
        <pc:spChg chg="add del">
          <ac:chgData name="Geetika Khatri" userId="edb157f7224239f9" providerId="LiveId" clId="{DF5CE7F9-7150-49EE-8F7F-1D0557CCBFA8}" dt="2026-01-22T02:57:47.418" v="18" actId="22"/>
          <ac:spMkLst>
            <pc:docMk/>
            <pc:sldMk cId="754774391" sldId="261"/>
            <ac:spMk id="4" creationId="{66F452AF-B53D-0267-09EA-C6388EBA856C}"/>
          </ac:spMkLst>
        </pc:spChg>
        <pc:graphicFrameChg chg="add mod modGraphic">
          <ac:chgData name="Geetika Khatri" userId="edb157f7224239f9" providerId="LiveId" clId="{DF5CE7F9-7150-49EE-8F7F-1D0557CCBFA8}" dt="2026-01-22T02:58:28.872" v="25" actId="14100"/>
          <ac:graphicFrameMkLst>
            <pc:docMk/>
            <pc:sldMk cId="754774391" sldId="261"/>
            <ac:graphicFrameMk id="5" creationId="{F3E521B4-B510-1E15-8F49-18C500A7BBF4}"/>
          </ac:graphicFrameMkLst>
        </pc:graphicFrameChg>
      </pc:sldChg>
      <pc:sldChg chg="addSp delSp modSp add mod modClrScheme chgLayout">
        <pc:chgData name="Geetika Khatri" userId="edb157f7224239f9" providerId="LiveId" clId="{DF5CE7F9-7150-49EE-8F7F-1D0557CCBFA8}" dt="2026-01-22T03:06:06.163" v="166" actId="1076"/>
        <pc:sldMkLst>
          <pc:docMk/>
          <pc:sldMk cId="69085265" sldId="262"/>
        </pc:sldMkLst>
        <pc:spChg chg="add del mod ord">
          <ac:chgData name="Geetika Khatri" userId="edb157f7224239f9" providerId="LiveId" clId="{DF5CE7F9-7150-49EE-8F7F-1D0557CCBFA8}" dt="2026-01-22T03:00:14.366" v="45" actId="21"/>
          <ac:spMkLst>
            <pc:docMk/>
            <pc:sldMk cId="69085265" sldId="262"/>
            <ac:spMk id="2" creationId="{FE5CACB1-3038-36D1-3779-BEDD6C3941DC}"/>
          </ac:spMkLst>
        </pc:spChg>
        <pc:spChg chg="del mod ord">
          <ac:chgData name="Geetika Khatri" userId="edb157f7224239f9" providerId="LiveId" clId="{DF5CE7F9-7150-49EE-8F7F-1D0557CCBFA8}" dt="2026-01-22T03:00:09.245" v="44" actId="700"/>
          <ac:spMkLst>
            <pc:docMk/>
            <pc:sldMk cId="69085265" sldId="262"/>
            <ac:spMk id="3" creationId="{93053AD4-2FCE-842F-B5CD-3C1D057D3943}"/>
          </ac:spMkLst>
        </pc:spChg>
        <pc:spChg chg="add mod ord">
          <ac:chgData name="Geetika Khatri" userId="edb157f7224239f9" providerId="LiveId" clId="{DF5CE7F9-7150-49EE-8F7F-1D0557CCBFA8}" dt="2026-01-22T03:06:03.538" v="165" actId="1076"/>
          <ac:spMkLst>
            <pc:docMk/>
            <pc:sldMk cId="69085265" sldId="262"/>
            <ac:spMk id="4" creationId="{ADD3AC77-FE6B-D134-FD23-9180977177EE}"/>
          </ac:spMkLst>
        </pc:spChg>
        <pc:spChg chg="add mod ord">
          <ac:chgData name="Geetika Khatri" userId="edb157f7224239f9" providerId="LiveId" clId="{DF5CE7F9-7150-49EE-8F7F-1D0557CCBFA8}" dt="2026-01-22T03:06:06.163" v="166" actId="1076"/>
          <ac:spMkLst>
            <pc:docMk/>
            <pc:sldMk cId="69085265" sldId="262"/>
            <ac:spMk id="5" creationId="{64877B9D-BB16-5CE9-8FC1-94C00DF1F52F}"/>
          </ac:spMkLst>
        </pc:spChg>
      </pc:sldChg>
      <pc:sldChg chg="addSp delSp modSp new mod chgLayout">
        <pc:chgData name="Geetika Khatri" userId="edb157f7224239f9" providerId="LiveId" clId="{DF5CE7F9-7150-49EE-8F7F-1D0557CCBFA8}" dt="2026-01-22T03:06:23.503" v="170" actId="1076"/>
        <pc:sldMkLst>
          <pc:docMk/>
          <pc:sldMk cId="2378395928" sldId="263"/>
        </pc:sldMkLst>
        <pc:spChg chg="del">
          <ac:chgData name="Geetika Khatri" userId="edb157f7224239f9" providerId="LiveId" clId="{DF5CE7F9-7150-49EE-8F7F-1D0557CCBFA8}" dt="2026-01-22T03:00:41.094" v="53" actId="700"/>
          <ac:spMkLst>
            <pc:docMk/>
            <pc:sldMk cId="2378395928" sldId="263"/>
            <ac:spMk id="2" creationId="{0B1CDAA6-A637-F3C8-9AEE-C0C5CBC10B88}"/>
          </ac:spMkLst>
        </pc:spChg>
        <pc:spChg chg="del">
          <ac:chgData name="Geetika Khatri" userId="edb157f7224239f9" providerId="LiveId" clId="{DF5CE7F9-7150-49EE-8F7F-1D0557CCBFA8}" dt="2026-01-22T03:00:41.094" v="53" actId="700"/>
          <ac:spMkLst>
            <pc:docMk/>
            <pc:sldMk cId="2378395928" sldId="263"/>
            <ac:spMk id="3" creationId="{D91C2EF8-952C-6C1A-E944-86AB50B7DADF}"/>
          </ac:spMkLst>
        </pc:spChg>
        <pc:spChg chg="del">
          <ac:chgData name="Geetika Khatri" userId="edb157f7224239f9" providerId="LiveId" clId="{DF5CE7F9-7150-49EE-8F7F-1D0557CCBFA8}" dt="2026-01-22T03:00:41.094" v="53" actId="700"/>
          <ac:spMkLst>
            <pc:docMk/>
            <pc:sldMk cId="2378395928" sldId="263"/>
            <ac:spMk id="4" creationId="{D6FBA572-E483-DE7F-6F8D-40747A739B28}"/>
          </ac:spMkLst>
        </pc:spChg>
        <pc:spChg chg="add del mod ord">
          <ac:chgData name="Geetika Khatri" userId="edb157f7224239f9" providerId="LiveId" clId="{DF5CE7F9-7150-49EE-8F7F-1D0557CCBFA8}" dt="2026-01-22T03:00:45.900" v="54" actId="21"/>
          <ac:spMkLst>
            <pc:docMk/>
            <pc:sldMk cId="2378395928" sldId="263"/>
            <ac:spMk id="5" creationId="{206D1B97-BE82-3C44-2831-4ABE5AD63277}"/>
          </ac:spMkLst>
        </pc:spChg>
        <pc:spChg chg="add mod ord">
          <ac:chgData name="Geetika Khatri" userId="edb157f7224239f9" providerId="LiveId" clId="{DF5CE7F9-7150-49EE-8F7F-1D0557CCBFA8}" dt="2026-01-22T03:06:19.528" v="169" actId="1076"/>
          <ac:spMkLst>
            <pc:docMk/>
            <pc:sldMk cId="2378395928" sldId="263"/>
            <ac:spMk id="6" creationId="{8EB4DA66-6E7E-A40E-F08A-4B0A4AAD9D12}"/>
          </ac:spMkLst>
        </pc:spChg>
        <pc:spChg chg="add mod ord">
          <ac:chgData name="Geetika Khatri" userId="edb157f7224239f9" providerId="LiveId" clId="{DF5CE7F9-7150-49EE-8F7F-1D0557CCBFA8}" dt="2026-01-22T03:06:23.503" v="170" actId="1076"/>
          <ac:spMkLst>
            <pc:docMk/>
            <pc:sldMk cId="2378395928" sldId="263"/>
            <ac:spMk id="7" creationId="{651AA51E-7C95-F734-1068-DA3D6A082967}"/>
          </ac:spMkLst>
        </pc:spChg>
      </pc:sldChg>
      <pc:sldChg chg="delSp modSp new mod">
        <pc:chgData name="Geetika Khatri" userId="edb157f7224239f9" providerId="LiveId" clId="{DF5CE7F9-7150-49EE-8F7F-1D0557CCBFA8}" dt="2026-01-22T06:40:25.559" v="351" actId="20577"/>
        <pc:sldMkLst>
          <pc:docMk/>
          <pc:sldMk cId="2756905927" sldId="264"/>
        </pc:sldMkLst>
        <pc:spChg chg="del">
          <ac:chgData name="Geetika Khatri" userId="edb157f7224239f9" providerId="LiveId" clId="{DF5CE7F9-7150-49EE-8F7F-1D0557CCBFA8}" dt="2026-01-22T03:01:28.624" v="63" actId="21"/>
          <ac:spMkLst>
            <pc:docMk/>
            <pc:sldMk cId="2756905927" sldId="264"/>
            <ac:spMk id="2" creationId="{5BB9C6D5-6808-7831-A183-02958B3C6446}"/>
          </ac:spMkLst>
        </pc:spChg>
        <pc:spChg chg="mod">
          <ac:chgData name="Geetika Khatri" userId="edb157f7224239f9" providerId="LiveId" clId="{DF5CE7F9-7150-49EE-8F7F-1D0557CCBFA8}" dt="2026-01-22T06:40:25.559" v="351" actId="20577"/>
          <ac:spMkLst>
            <pc:docMk/>
            <pc:sldMk cId="2756905927" sldId="264"/>
            <ac:spMk id="3" creationId="{A8C70213-A246-83C2-E48A-ED403D78B92C}"/>
          </ac:spMkLst>
        </pc:spChg>
        <pc:spChg chg="del">
          <ac:chgData name="Geetika Khatri" userId="edb157f7224239f9" providerId="LiveId" clId="{DF5CE7F9-7150-49EE-8F7F-1D0557CCBFA8}" dt="2026-01-22T03:01:30.745" v="64" actId="21"/>
          <ac:spMkLst>
            <pc:docMk/>
            <pc:sldMk cId="2756905927" sldId="264"/>
            <ac:spMk id="4" creationId="{7110F2C2-8C3F-81C3-523B-013E620D7D74}"/>
          </ac:spMkLst>
        </pc:spChg>
      </pc:sldChg>
      <pc:sldChg chg="addSp delSp modSp new mod modClrScheme chgLayout">
        <pc:chgData name="Geetika Khatri" userId="edb157f7224239f9" providerId="LiveId" clId="{DF5CE7F9-7150-49EE-8F7F-1D0557CCBFA8}" dt="2026-01-22T06:40:21.009" v="350" actId="20577"/>
        <pc:sldMkLst>
          <pc:docMk/>
          <pc:sldMk cId="2562695144" sldId="265"/>
        </pc:sldMkLst>
        <pc:spChg chg="del mod ord">
          <ac:chgData name="Geetika Khatri" userId="edb157f7224239f9" providerId="LiveId" clId="{DF5CE7F9-7150-49EE-8F7F-1D0557CCBFA8}" dt="2026-01-22T03:02:05.337" v="66" actId="700"/>
          <ac:spMkLst>
            <pc:docMk/>
            <pc:sldMk cId="2562695144" sldId="265"/>
            <ac:spMk id="2" creationId="{320A1CF3-B378-8290-3E28-8ADCB8EC9094}"/>
          </ac:spMkLst>
        </pc:spChg>
        <pc:spChg chg="del mod ord">
          <ac:chgData name="Geetika Khatri" userId="edb157f7224239f9" providerId="LiveId" clId="{DF5CE7F9-7150-49EE-8F7F-1D0557CCBFA8}" dt="2026-01-22T03:02:05.337" v="66" actId="700"/>
          <ac:spMkLst>
            <pc:docMk/>
            <pc:sldMk cId="2562695144" sldId="265"/>
            <ac:spMk id="3" creationId="{140A76A8-186B-AEA8-149F-FE2A58990310}"/>
          </ac:spMkLst>
        </pc:spChg>
        <pc:spChg chg="del">
          <ac:chgData name="Geetika Khatri" userId="edb157f7224239f9" providerId="LiveId" clId="{DF5CE7F9-7150-49EE-8F7F-1D0557CCBFA8}" dt="2026-01-22T03:02:05.337" v="66" actId="700"/>
          <ac:spMkLst>
            <pc:docMk/>
            <pc:sldMk cId="2562695144" sldId="265"/>
            <ac:spMk id="4" creationId="{B29F51EA-B2C0-794F-35DE-0E26967BA4B6}"/>
          </ac:spMkLst>
        </pc:spChg>
        <pc:spChg chg="add del mod ord">
          <ac:chgData name="Geetika Khatri" userId="edb157f7224239f9" providerId="LiveId" clId="{DF5CE7F9-7150-49EE-8F7F-1D0557CCBFA8}" dt="2026-01-22T03:02:11.170" v="69" actId="21"/>
          <ac:spMkLst>
            <pc:docMk/>
            <pc:sldMk cId="2562695144" sldId="265"/>
            <ac:spMk id="5" creationId="{A283DA97-02DD-F1A5-2759-78145E526FBC}"/>
          </ac:spMkLst>
        </pc:spChg>
        <pc:spChg chg="add mod ord">
          <ac:chgData name="Geetika Khatri" userId="edb157f7224239f9" providerId="LiveId" clId="{DF5CE7F9-7150-49EE-8F7F-1D0557CCBFA8}" dt="2026-01-22T06:40:21.009" v="350" actId="20577"/>
          <ac:spMkLst>
            <pc:docMk/>
            <pc:sldMk cId="2562695144" sldId="265"/>
            <ac:spMk id="6" creationId="{36F8FE68-3138-D222-CA31-9E9ED517D249}"/>
          </ac:spMkLst>
        </pc:spChg>
      </pc:sldChg>
      <pc:sldChg chg="delSp modSp new mod">
        <pc:chgData name="Geetika Khatri" userId="edb157f7224239f9" providerId="LiveId" clId="{DF5CE7F9-7150-49EE-8F7F-1D0557CCBFA8}" dt="2026-01-22T06:40:18.066" v="349" actId="20577"/>
        <pc:sldMkLst>
          <pc:docMk/>
          <pc:sldMk cId="1843902372" sldId="266"/>
        </pc:sldMkLst>
        <pc:spChg chg="del">
          <ac:chgData name="Geetika Khatri" userId="edb157f7224239f9" providerId="LiveId" clId="{DF5CE7F9-7150-49EE-8F7F-1D0557CCBFA8}" dt="2026-01-22T03:02:16.934" v="71" actId="21"/>
          <ac:spMkLst>
            <pc:docMk/>
            <pc:sldMk cId="1843902372" sldId="266"/>
            <ac:spMk id="2" creationId="{C85C636B-3D0C-6F5F-1045-793D2E212181}"/>
          </ac:spMkLst>
        </pc:spChg>
        <pc:spChg chg="mod">
          <ac:chgData name="Geetika Khatri" userId="edb157f7224239f9" providerId="LiveId" clId="{DF5CE7F9-7150-49EE-8F7F-1D0557CCBFA8}" dt="2026-01-22T06:40:18.066" v="349" actId="20577"/>
          <ac:spMkLst>
            <pc:docMk/>
            <pc:sldMk cId="1843902372" sldId="266"/>
            <ac:spMk id="3" creationId="{5F421471-2307-B1A3-ABB2-CD8E916CFE8C}"/>
          </ac:spMkLst>
        </pc:spChg>
      </pc:sldChg>
      <pc:sldChg chg="addSp delSp modSp new mod modClrScheme chgLayout">
        <pc:chgData name="Geetika Khatri" userId="edb157f7224239f9" providerId="LiveId" clId="{DF5CE7F9-7150-49EE-8F7F-1D0557CCBFA8}" dt="2026-01-22T03:07:02.122" v="183" actId="1076"/>
        <pc:sldMkLst>
          <pc:docMk/>
          <pc:sldMk cId="2263254074" sldId="267"/>
        </pc:sldMkLst>
        <pc:spChg chg="del">
          <ac:chgData name="Geetika Khatri" userId="edb157f7224239f9" providerId="LiveId" clId="{DF5CE7F9-7150-49EE-8F7F-1D0557CCBFA8}" dt="2026-01-22T03:02:33.352" v="75" actId="21"/>
          <ac:spMkLst>
            <pc:docMk/>
            <pc:sldMk cId="2263254074" sldId="267"/>
            <ac:spMk id="2" creationId="{25F73928-78C0-1F29-5966-CD150C8DB2ED}"/>
          </ac:spMkLst>
        </pc:spChg>
        <pc:spChg chg="del mod ord">
          <ac:chgData name="Geetika Khatri" userId="edb157f7224239f9" providerId="LiveId" clId="{DF5CE7F9-7150-49EE-8F7F-1D0557CCBFA8}" dt="2026-01-22T03:02:38.417" v="76" actId="700"/>
          <ac:spMkLst>
            <pc:docMk/>
            <pc:sldMk cId="2263254074" sldId="267"/>
            <ac:spMk id="3" creationId="{5E99F530-56F9-46A9-C130-7AA42620B081}"/>
          </ac:spMkLst>
        </pc:spChg>
        <pc:spChg chg="add del mod ord">
          <ac:chgData name="Geetika Khatri" userId="edb157f7224239f9" providerId="LiveId" clId="{DF5CE7F9-7150-49EE-8F7F-1D0557CCBFA8}" dt="2026-01-22T03:02:58.344" v="81" actId="21"/>
          <ac:spMkLst>
            <pc:docMk/>
            <pc:sldMk cId="2263254074" sldId="267"/>
            <ac:spMk id="4" creationId="{E1B49D8A-5D94-44F5-A18B-E4C27B8A4942}"/>
          </ac:spMkLst>
        </pc:spChg>
        <pc:spChg chg="add mod ord">
          <ac:chgData name="Geetika Khatri" userId="edb157f7224239f9" providerId="LiveId" clId="{DF5CE7F9-7150-49EE-8F7F-1D0557CCBFA8}" dt="2026-01-22T03:06:59.282" v="182" actId="1076"/>
          <ac:spMkLst>
            <pc:docMk/>
            <pc:sldMk cId="2263254074" sldId="267"/>
            <ac:spMk id="5" creationId="{30D24655-69CD-9126-7F4D-C205330C5882}"/>
          </ac:spMkLst>
        </pc:spChg>
        <pc:spChg chg="add mod ord">
          <ac:chgData name="Geetika Khatri" userId="edb157f7224239f9" providerId="LiveId" clId="{DF5CE7F9-7150-49EE-8F7F-1D0557CCBFA8}" dt="2026-01-22T03:07:02.122" v="183" actId="1076"/>
          <ac:spMkLst>
            <pc:docMk/>
            <pc:sldMk cId="2263254074" sldId="267"/>
            <ac:spMk id="6" creationId="{41E8D736-188C-A0A2-D3C9-A5A3745895F2}"/>
          </ac:spMkLst>
        </pc:spChg>
      </pc:sldChg>
      <pc:sldChg chg="delSp modSp new mod">
        <pc:chgData name="Geetika Khatri" userId="edb157f7224239f9" providerId="LiveId" clId="{DF5CE7F9-7150-49EE-8F7F-1D0557CCBFA8}" dt="2026-01-22T03:07:13.115" v="187" actId="1076"/>
        <pc:sldMkLst>
          <pc:docMk/>
          <pc:sldMk cId="3253943246" sldId="268"/>
        </pc:sldMkLst>
        <pc:spChg chg="del">
          <ac:chgData name="Geetika Khatri" userId="edb157f7224239f9" providerId="LiveId" clId="{DF5CE7F9-7150-49EE-8F7F-1D0557CCBFA8}" dt="2026-01-22T03:03:04.440" v="83" actId="21"/>
          <ac:spMkLst>
            <pc:docMk/>
            <pc:sldMk cId="3253943246" sldId="268"/>
            <ac:spMk id="2" creationId="{CE3E4D6E-B293-6188-E83F-B6835140D8E0}"/>
          </ac:spMkLst>
        </pc:spChg>
        <pc:spChg chg="mod">
          <ac:chgData name="Geetika Khatri" userId="edb157f7224239f9" providerId="LiveId" clId="{DF5CE7F9-7150-49EE-8F7F-1D0557CCBFA8}" dt="2026-01-22T03:07:08.536" v="185" actId="1076"/>
          <ac:spMkLst>
            <pc:docMk/>
            <pc:sldMk cId="3253943246" sldId="268"/>
            <ac:spMk id="3" creationId="{CE26815D-2196-08C5-EF8F-CEBB3B8B687A}"/>
          </ac:spMkLst>
        </pc:spChg>
        <pc:spChg chg="mod">
          <ac:chgData name="Geetika Khatri" userId="edb157f7224239f9" providerId="LiveId" clId="{DF5CE7F9-7150-49EE-8F7F-1D0557CCBFA8}" dt="2026-01-22T03:07:13.115" v="187" actId="1076"/>
          <ac:spMkLst>
            <pc:docMk/>
            <pc:sldMk cId="3253943246" sldId="268"/>
            <ac:spMk id="4" creationId="{91BBDBE1-2049-A47C-6231-52E40A9BFE0C}"/>
          </ac:spMkLst>
        </pc:spChg>
      </pc:sldChg>
      <pc:sldChg chg="addSp delSp modSp new mod modClrScheme chgLayout">
        <pc:chgData name="Geetika Khatri" userId="edb157f7224239f9" providerId="LiveId" clId="{DF5CE7F9-7150-49EE-8F7F-1D0557CCBFA8}" dt="2026-01-22T06:40:12.338" v="348" actId="20577"/>
        <pc:sldMkLst>
          <pc:docMk/>
          <pc:sldMk cId="3750681222" sldId="269"/>
        </pc:sldMkLst>
        <pc:spChg chg="del mod ord">
          <ac:chgData name="Geetika Khatri" userId="edb157f7224239f9" providerId="LiveId" clId="{DF5CE7F9-7150-49EE-8F7F-1D0557CCBFA8}" dt="2026-01-22T03:03:31.338" v="89" actId="700"/>
          <ac:spMkLst>
            <pc:docMk/>
            <pc:sldMk cId="3750681222" sldId="269"/>
            <ac:spMk id="2" creationId="{09DFD31A-58CB-7F5A-1752-3F2CC69F79DD}"/>
          </ac:spMkLst>
        </pc:spChg>
        <pc:spChg chg="del mod ord">
          <ac:chgData name="Geetika Khatri" userId="edb157f7224239f9" providerId="LiveId" clId="{DF5CE7F9-7150-49EE-8F7F-1D0557CCBFA8}" dt="2026-01-22T03:03:31.338" v="89" actId="700"/>
          <ac:spMkLst>
            <pc:docMk/>
            <pc:sldMk cId="3750681222" sldId="269"/>
            <ac:spMk id="3" creationId="{43F5D297-AA42-C85A-383C-19E1069AFBCE}"/>
          </ac:spMkLst>
        </pc:spChg>
        <pc:spChg chg="del">
          <ac:chgData name="Geetika Khatri" userId="edb157f7224239f9" providerId="LiveId" clId="{DF5CE7F9-7150-49EE-8F7F-1D0557CCBFA8}" dt="2026-01-22T03:03:31.338" v="89" actId="700"/>
          <ac:spMkLst>
            <pc:docMk/>
            <pc:sldMk cId="3750681222" sldId="269"/>
            <ac:spMk id="4" creationId="{16F13F61-21EC-ABF1-1C23-579B8572FEEC}"/>
          </ac:spMkLst>
        </pc:spChg>
        <pc:spChg chg="add del mod ord">
          <ac:chgData name="Geetika Khatri" userId="edb157f7224239f9" providerId="LiveId" clId="{DF5CE7F9-7150-49EE-8F7F-1D0557CCBFA8}" dt="2026-01-22T03:03:34.010" v="90" actId="21"/>
          <ac:spMkLst>
            <pc:docMk/>
            <pc:sldMk cId="3750681222" sldId="269"/>
            <ac:spMk id="5" creationId="{667F342D-D019-5DCA-0A14-A1F66D344972}"/>
          </ac:spMkLst>
        </pc:spChg>
        <pc:spChg chg="add mod ord">
          <ac:chgData name="Geetika Khatri" userId="edb157f7224239f9" providerId="LiveId" clId="{DF5CE7F9-7150-49EE-8F7F-1D0557CCBFA8}" dt="2026-01-22T06:40:12.338" v="348" actId="20577"/>
          <ac:spMkLst>
            <pc:docMk/>
            <pc:sldMk cId="3750681222" sldId="269"/>
            <ac:spMk id="6" creationId="{5C70DF1C-3B3F-3D13-0AA6-F1C6E1143BBE}"/>
          </ac:spMkLst>
        </pc:spChg>
      </pc:sldChg>
      <pc:sldChg chg="delSp modSp new mod">
        <pc:chgData name="Geetika Khatri" userId="edb157f7224239f9" providerId="LiveId" clId="{DF5CE7F9-7150-49EE-8F7F-1D0557CCBFA8}" dt="2026-01-22T06:40:02.373" v="346" actId="20577"/>
        <pc:sldMkLst>
          <pc:docMk/>
          <pc:sldMk cId="1591214173" sldId="270"/>
        </pc:sldMkLst>
        <pc:spChg chg="del">
          <ac:chgData name="Geetika Khatri" userId="edb157f7224239f9" providerId="LiveId" clId="{DF5CE7F9-7150-49EE-8F7F-1D0557CCBFA8}" dt="2026-01-22T03:03:57.035" v="96" actId="21"/>
          <ac:spMkLst>
            <pc:docMk/>
            <pc:sldMk cId="1591214173" sldId="270"/>
            <ac:spMk id="2" creationId="{DE03A3C4-B282-6DB3-9FAB-F4CF306D61AB}"/>
          </ac:spMkLst>
        </pc:spChg>
        <pc:spChg chg="mod">
          <ac:chgData name="Geetika Khatri" userId="edb157f7224239f9" providerId="LiveId" clId="{DF5CE7F9-7150-49EE-8F7F-1D0557CCBFA8}" dt="2026-01-22T06:40:02.373" v="346" actId="20577"/>
          <ac:spMkLst>
            <pc:docMk/>
            <pc:sldMk cId="1591214173" sldId="270"/>
            <ac:spMk id="3" creationId="{9B2462F0-075A-334C-9E14-8672BC7BF226}"/>
          </ac:spMkLst>
        </pc:spChg>
      </pc:sldChg>
      <pc:sldChg chg="delSp modSp new mod">
        <pc:chgData name="Geetika Khatri" userId="edb157f7224239f9" providerId="LiveId" clId="{DF5CE7F9-7150-49EE-8F7F-1D0557CCBFA8}" dt="2026-01-22T03:07:53.567" v="214" actId="1076"/>
        <pc:sldMkLst>
          <pc:docMk/>
          <pc:sldMk cId="404275296" sldId="271"/>
        </pc:sldMkLst>
        <pc:spChg chg="mod">
          <ac:chgData name="Geetika Khatri" userId="edb157f7224239f9" providerId="LiveId" clId="{DF5CE7F9-7150-49EE-8F7F-1D0557CCBFA8}" dt="2026-01-22T03:07:53.567" v="214" actId="1076"/>
          <ac:spMkLst>
            <pc:docMk/>
            <pc:sldMk cId="404275296" sldId="271"/>
            <ac:spMk id="2" creationId="{72A2DDDE-73C9-F1D3-D535-3854352D2CC1}"/>
          </ac:spMkLst>
        </pc:spChg>
        <pc:spChg chg="del mod">
          <ac:chgData name="Geetika Khatri" userId="edb157f7224239f9" providerId="LiveId" clId="{DF5CE7F9-7150-49EE-8F7F-1D0557CCBFA8}" dt="2026-01-22T03:07:47.304" v="212" actId="21"/>
          <ac:spMkLst>
            <pc:docMk/>
            <pc:sldMk cId="404275296" sldId="271"/>
            <ac:spMk id="3" creationId="{66183770-0D73-A962-F36B-418E1DA20ABC}"/>
          </ac:spMkLst>
        </pc:spChg>
      </pc:sldChg>
      <pc:sldChg chg="new del">
        <pc:chgData name="Geetika Khatri" userId="edb157f7224239f9" providerId="LiveId" clId="{DF5CE7F9-7150-49EE-8F7F-1D0557CCBFA8}" dt="2026-01-22T03:04:09.837" v="98" actId="2696"/>
        <pc:sldMkLst>
          <pc:docMk/>
          <pc:sldMk cId="3556936498" sldId="271"/>
        </pc:sldMkLst>
      </pc:sldChg>
      <pc:sldChg chg="modSp new mod">
        <pc:chgData name="Geetika Khatri" userId="edb157f7224239f9" providerId="LiveId" clId="{DF5CE7F9-7150-49EE-8F7F-1D0557CCBFA8}" dt="2026-01-22T06:41:29.303" v="367" actId="1076"/>
        <pc:sldMkLst>
          <pc:docMk/>
          <pc:sldMk cId="492701863" sldId="272"/>
        </pc:sldMkLst>
        <pc:spChg chg="mod">
          <ac:chgData name="Geetika Khatri" userId="edb157f7224239f9" providerId="LiveId" clId="{DF5CE7F9-7150-49EE-8F7F-1D0557CCBFA8}" dt="2026-01-22T06:41:29.303" v="367" actId="1076"/>
          <ac:spMkLst>
            <pc:docMk/>
            <pc:sldMk cId="492701863" sldId="272"/>
            <ac:spMk id="2" creationId="{58E9D9D9-7BEC-C967-07A9-315992B1F21F}"/>
          </ac:spMkLst>
        </pc:spChg>
        <pc:spChg chg="mod">
          <ac:chgData name="Geetika Khatri" userId="edb157f7224239f9" providerId="LiveId" clId="{DF5CE7F9-7150-49EE-8F7F-1D0557CCBFA8}" dt="2026-01-22T06:40:07.652" v="347" actId="20577"/>
          <ac:spMkLst>
            <pc:docMk/>
            <pc:sldMk cId="492701863" sldId="272"/>
            <ac:spMk id="3" creationId="{6E0E81A7-23ED-2F9B-96E4-07E8A80B1E2F}"/>
          </ac:spMkLst>
        </pc:spChg>
      </pc:sldChg>
      <pc:sldChg chg="delSp modSp new mod">
        <pc:chgData name="Geetika Khatri" userId="edb157f7224239f9" providerId="LiveId" clId="{DF5CE7F9-7150-49EE-8F7F-1D0557CCBFA8}" dt="2026-01-22T06:37:26.224" v="327" actId="20577"/>
        <pc:sldMkLst>
          <pc:docMk/>
          <pc:sldMk cId="1980418467" sldId="273"/>
        </pc:sldMkLst>
        <pc:spChg chg="del">
          <ac:chgData name="Geetika Khatri" userId="edb157f7224239f9" providerId="LiveId" clId="{DF5CE7F9-7150-49EE-8F7F-1D0557CCBFA8}" dt="2026-01-22T06:30:56.846" v="236" actId="21"/>
          <ac:spMkLst>
            <pc:docMk/>
            <pc:sldMk cId="1980418467" sldId="273"/>
            <ac:spMk id="2" creationId="{3B95E217-5B45-9F27-82FC-0DCD7A68B2C3}"/>
          </ac:spMkLst>
        </pc:spChg>
        <pc:spChg chg="mod">
          <ac:chgData name="Geetika Khatri" userId="edb157f7224239f9" providerId="LiveId" clId="{DF5CE7F9-7150-49EE-8F7F-1D0557CCBFA8}" dt="2026-01-22T06:37:26.224" v="327" actId="20577"/>
          <ac:spMkLst>
            <pc:docMk/>
            <pc:sldMk cId="1980418467" sldId="273"/>
            <ac:spMk id="3" creationId="{D5210122-D07A-2304-8C62-606724F96380}"/>
          </ac:spMkLst>
        </pc:spChg>
      </pc:sldChg>
      <pc:sldChg chg="addSp delSp modSp add mod modClrScheme chgLayout">
        <pc:chgData name="Geetika Khatri" userId="edb157f7224239f9" providerId="LiveId" clId="{DF5CE7F9-7150-49EE-8F7F-1D0557CCBFA8}" dt="2026-01-22T06:32:54.876" v="278" actId="5793"/>
        <pc:sldMkLst>
          <pc:docMk/>
          <pc:sldMk cId="146536355" sldId="274"/>
        </pc:sldMkLst>
        <pc:spChg chg="add del mod ord">
          <ac:chgData name="Geetika Khatri" userId="edb157f7224239f9" providerId="LiveId" clId="{DF5CE7F9-7150-49EE-8F7F-1D0557CCBFA8}" dt="2026-01-22T06:32:12.547" v="266" actId="21"/>
          <ac:spMkLst>
            <pc:docMk/>
            <pc:sldMk cId="146536355" sldId="274"/>
            <ac:spMk id="2" creationId="{6C09816F-8089-FF8A-6283-6CFF996ECC67}"/>
          </ac:spMkLst>
        </pc:spChg>
        <pc:spChg chg="del mod ord">
          <ac:chgData name="Geetika Khatri" userId="edb157f7224239f9" providerId="LiveId" clId="{DF5CE7F9-7150-49EE-8F7F-1D0557CCBFA8}" dt="2026-01-22T06:32:05.962" v="265" actId="700"/>
          <ac:spMkLst>
            <pc:docMk/>
            <pc:sldMk cId="146536355" sldId="274"/>
            <ac:spMk id="3" creationId="{8F4CB849-77A7-2221-809D-6413ABDC0810}"/>
          </ac:spMkLst>
        </pc:spChg>
        <pc:spChg chg="add mod ord">
          <ac:chgData name="Geetika Khatri" userId="edb157f7224239f9" providerId="LiveId" clId="{DF5CE7F9-7150-49EE-8F7F-1D0557CCBFA8}" dt="2026-01-22T06:32:47.887" v="276" actId="5793"/>
          <ac:spMkLst>
            <pc:docMk/>
            <pc:sldMk cId="146536355" sldId="274"/>
            <ac:spMk id="4" creationId="{E720CB4C-0B92-0A28-A74D-ED98A16008FB}"/>
          </ac:spMkLst>
        </pc:spChg>
        <pc:spChg chg="add mod ord">
          <ac:chgData name="Geetika Khatri" userId="edb157f7224239f9" providerId="LiveId" clId="{DF5CE7F9-7150-49EE-8F7F-1D0557CCBFA8}" dt="2026-01-22T06:32:54.876" v="278" actId="5793"/>
          <ac:spMkLst>
            <pc:docMk/>
            <pc:sldMk cId="146536355" sldId="274"/>
            <ac:spMk id="5" creationId="{040697F9-A62B-E298-AEE5-9137754ABDD3}"/>
          </ac:spMkLst>
        </pc:spChg>
      </pc:sldChg>
      <pc:sldChg chg="modSp add mod">
        <pc:chgData name="Geetika Khatri" userId="edb157f7224239f9" providerId="LiveId" clId="{DF5CE7F9-7150-49EE-8F7F-1D0557CCBFA8}" dt="2026-01-22T06:33:35.561" v="288" actId="403"/>
        <pc:sldMkLst>
          <pc:docMk/>
          <pc:sldMk cId="2316209578" sldId="275"/>
        </pc:sldMkLst>
        <pc:spChg chg="mod">
          <ac:chgData name="Geetika Khatri" userId="edb157f7224239f9" providerId="LiveId" clId="{DF5CE7F9-7150-49EE-8F7F-1D0557CCBFA8}" dt="2026-01-22T06:33:35.561" v="288" actId="403"/>
          <ac:spMkLst>
            <pc:docMk/>
            <pc:sldMk cId="2316209578" sldId="275"/>
            <ac:spMk id="3" creationId="{C356ED57-2DCE-A4CA-632C-D9F8B9B3C82B}"/>
          </ac:spMkLst>
        </pc:spChg>
      </pc:sldChg>
      <pc:sldChg chg="modSp add mod">
        <pc:chgData name="Geetika Khatri" userId="edb157f7224239f9" providerId="LiveId" clId="{DF5CE7F9-7150-49EE-8F7F-1D0557CCBFA8}" dt="2026-01-22T06:33:52.851" v="293" actId="403"/>
        <pc:sldMkLst>
          <pc:docMk/>
          <pc:sldMk cId="2672526685" sldId="276"/>
        </pc:sldMkLst>
        <pc:spChg chg="mod">
          <ac:chgData name="Geetika Khatri" userId="edb157f7224239f9" providerId="LiveId" clId="{DF5CE7F9-7150-49EE-8F7F-1D0557CCBFA8}" dt="2026-01-22T06:33:52.851" v="293" actId="403"/>
          <ac:spMkLst>
            <pc:docMk/>
            <pc:sldMk cId="2672526685" sldId="276"/>
            <ac:spMk id="3" creationId="{C01ED3F7-0A26-8619-0AF6-C4468BB3762B}"/>
          </ac:spMkLst>
        </pc:spChg>
      </pc:sldChg>
      <pc:sldChg chg="modSp add mod">
        <pc:chgData name="Geetika Khatri" userId="edb157f7224239f9" providerId="LiveId" clId="{DF5CE7F9-7150-49EE-8F7F-1D0557CCBFA8}" dt="2026-01-22T06:33:10.118" v="282" actId="5793"/>
        <pc:sldMkLst>
          <pc:docMk/>
          <pc:sldMk cId="1477415952" sldId="277"/>
        </pc:sldMkLst>
        <pc:spChg chg="mod">
          <ac:chgData name="Geetika Khatri" userId="edb157f7224239f9" providerId="LiveId" clId="{DF5CE7F9-7150-49EE-8F7F-1D0557CCBFA8}" dt="2026-01-22T06:33:03.165" v="280" actId="5793"/>
          <ac:spMkLst>
            <pc:docMk/>
            <pc:sldMk cId="1477415952" sldId="277"/>
            <ac:spMk id="4" creationId="{4C75347D-38CA-7FA9-B38A-5146791E2C80}"/>
          </ac:spMkLst>
        </pc:spChg>
        <pc:spChg chg="mod">
          <ac:chgData name="Geetika Khatri" userId="edb157f7224239f9" providerId="LiveId" clId="{DF5CE7F9-7150-49EE-8F7F-1D0557CCBFA8}" dt="2026-01-22T06:33:10.118" v="282" actId="5793"/>
          <ac:spMkLst>
            <pc:docMk/>
            <pc:sldMk cId="1477415952" sldId="277"/>
            <ac:spMk id="5" creationId="{0DD2F02B-0080-C735-49EB-4AC70F4D77EE}"/>
          </ac:spMkLst>
        </pc:spChg>
      </pc:sldChg>
      <pc:sldChg chg="modSp add mod">
        <pc:chgData name="Geetika Khatri" userId="edb157f7224239f9" providerId="LiveId" clId="{DF5CE7F9-7150-49EE-8F7F-1D0557CCBFA8}" dt="2026-01-22T06:36:20.056" v="312" actId="20577"/>
        <pc:sldMkLst>
          <pc:docMk/>
          <pc:sldMk cId="1705420985" sldId="278"/>
        </pc:sldMkLst>
        <pc:spChg chg="mod">
          <ac:chgData name="Geetika Khatri" userId="edb157f7224239f9" providerId="LiveId" clId="{DF5CE7F9-7150-49EE-8F7F-1D0557CCBFA8}" dt="2026-01-22T06:36:20.056" v="312" actId="20577"/>
          <ac:spMkLst>
            <pc:docMk/>
            <pc:sldMk cId="1705420985" sldId="278"/>
            <ac:spMk id="3" creationId="{34B7B1D4-450B-7D43-2063-9E959067FF8C}"/>
          </ac:spMkLst>
        </pc:spChg>
      </pc:sldChg>
      <pc:sldChg chg="add del">
        <pc:chgData name="Geetika Khatri" userId="edb157f7224239f9" providerId="LiveId" clId="{DF5CE7F9-7150-49EE-8F7F-1D0557CCBFA8}" dt="2026-01-22T06:33:16.113" v="283" actId="2696"/>
        <pc:sldMkLst>
          <pc:docMk/>
          <pc:sldMk cId="2223980706" sldId="278"/>
        </pc:sldMkLst>
      </pc:sldChg>
      <pc:sldChg chg="addSp delSp modSp add mod modClrScheme chgLayout">
        <pc:chgData name="Geetika Khatri" userId="edb157f7224239f9" providerId="LiveId" clId="{DF5CE7F9-7150-49EE-8F7F-1D0557CCBFA8}" dt="2026-01-22T06:39:37.671" v="345"/>
        <pc:sldMkLst>
          <pc:docMk/>
          <pc:sldMk cId="150446007" sldId="279"/>
        </pc:sldMkLst>
        <pc:spChg chg="add del mod ord">
          <ac:chgData name="Geetika Khatri" userId="edb157f7224239f9" providerId="LiveId" clId="{DF5CE7F9-7150-49EE-8F7F-1D0557CCBFA8}" dt="2026-01-22T06:39:05.852" v="332" actId="21"/>
          <ac:spMkLst>
            <pc:docMk/>
            <pc:sldMk cId="150446007" sldId="279"/>
            <ac:spMk id="2" creationId="{75B64141-492C-4EA4-A0A7-6FB2D43A17F4}"/>
          </ac:spMkLst>
        </pc:spChg>
        <pc:spChg chg="mod ord">
          <ac:chgData name="Geetika Khatri" userId="edb157f7224239f9" providerId="LiveId" clId="{DF5CE7F9-7150-49EE-8F7F-1D0557CCBFA8}" dt="2026-01-22T06:39:21.268" v="340" actId="20577"/>
          <ac:spMkLst>
            <pc:docMk/>
            <pc:sldMk cId="150446007" sldId="279"/>
            <ac:spMk id="3" creationId="{0865567C-DECF-47B1-FA5D-F50B6F451205}"/>
          </ac:spMkLst>
        </pc:spChg>
        <pc:spChg chg="add mod ord">
          <ac:chgData name="Geetika Khatri" userId="edb157f7224239f9" providerId="LiveId" clId="{DF5CE7F9-7150-49EE-8F7F-1D0557CCBFA8}" dt="2026-01-22T06:39:37.671" v="345"/>
          <ac:spMkLst>
            <pc:docMk/>
            <pc:sldMk cId="150446007" sldId="279"/>
            <ac:spMk id="4" creationId="{B74797D0-0CE9-A640-DA47-2D9A2CD86020}"/>
          </ac:spMkLst>
        </pc:spChg>
      </pc:sldChg>
      <pc:sldChg chg="modSp add del mod">
        <pc:chgData name="Geetika Khatri" userId="edb157f7224239f9" providerId="LiveId" clId="{DF5CE7F9-7150-49EE-8F7F-1D0557CCBFA8}" dt="2026-01-22T06:38:57.114" v="330" actId="2696"/>
        <pc:sldMkLst>
          <pc:docMk/>
          <pc:sldMk cId="2026177432" sldId="280"/>
        </pc:sldMkLst>
        <pc:spChg chg="mod">
          <ac:chgData name="Geetika Khatri" userId="edb157f7224239f9" providerId="LiveId" clId="{DF5CE7F9-7150-49EE-8F7F-1D0557CCBFA8}" dt="2026-01-22T06:36:46.588" v="321" actId="20577"/>
          <ac:spMkLst>
            <pc:docMk/>
            <pc:sldMk cId="2026177432" sldId="280"/>
            <ac:spMk id="3" creationId="{FFF5F768-D585-A723-8EB2-1210241F9483}"/>
          </ac:spMkLst>
        </pc:spChg>
      </pc:sldChg>
      <pc:sldChg chg="modSp add mod">
        <pc:chgData name="Geetika Khatri" userId="edb157f7224239f9" providerId="LiveId" clId="{DF5CE7F9-7150-49EE-8F7F-1D0557CCBFA8}" dt="2026-01-22T06:38:38.909" v="329" actId="5793"/>
        <pc:sldMkLst>
          <pc:docMk/>
          <pc:sldMk cId="3849194936" sldId="281"/>
        </pc:sldMkLst>
        <pc:spChg chg="mod">
          <ac:chgData name="Geetika Khatri" userId="edb157f7224239f9" providerId="LiveId" clId="{DF5CE7F9-7150-49EE-8F7F-1D0557CCBFA8}" dt="2026-01-22T06:38:38.909" v="329" actId="5793"/>
          <ac:spMkLst>
            <pc:docMk/>
            <pc:sldMk cId="3849194936" sldId="281"/>
            <ac:spMk id="3" creationId="{829D4084-2498-59CA-29A0-22E5BB7D637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1339A-B3D9-4295-B9CE-5C13829EC8A1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009EAE69-16E7-4F32-8687-67B443D2D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791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1339A-B3D9-4295-B9CE-5C13829EC8A1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EAE69-16E7-4F32-8687-67B443D2D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449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1E91339A-B3D9-4295-B9CE-5C13829EC8A1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009EAE69-16E7-4F32-8687-67B443D2D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948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1339A-B3D9-4295-B9CE-5C13829EC8A1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EAE69-16E7-4F32-8687-67B443D2D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679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1339A-B3D9-4295-B9CE-5C13829EC8A1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EAE69-16E7-4F32-8687-67B443D2D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199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1339A-B3D9-4295-B9CE-5C13829EC8A1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EAE69-16E7-4F32-8687-67B443D2D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1503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1339A-B3D9-4295-B9CE-5C13829EC8A1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EAE69-16E7-4F32-8687-67B443D2D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0277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1339A-B3D9-4295-B9CE-5C13829EC8A1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EAE69-16E7-4F32-8687-67B443D2D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822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1339A-B3D9-4295-B9CE-5C13829EC8A1}" type="datetimeFigureOut">
              <a:rPr lang="en-IN" smtClean="0"/>
              <a:t>22-01-2026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EAE69-16E7-4F32-8687-67B443D2D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107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1339A-B3D9-4295-B9CE-5C13829EC8A1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EAE69-16E7-4F32-8687-67B443D2D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605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1339A-B3D9-4295-B9CE-5C13829EC8A1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EAE69-16E7-4F32-8687-67B443D2D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462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1E91339A-B3D9-4295-B9CE-5C13829EC8A1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009EAE69-16E7-4F32-8687-67B443D2D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629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F2EBA-1DD0-B6DB-AD03-68433A1AE5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N" dirty="0"/>
              <a:t>Professional Skills Unit I PPT</a:t>
            </a:r>
          </a:p>
        </p:txBody>
      </p:sp>
    </p:spTree>
    <p:extLst>
      <p:ext uri="{BB962C8B-B14F-4D97-AF65-F5344CB8AC3E}">
        <p14:creationId xmlns:p14="http://schemas.microsoft.com/office/powerpoint/2010/main" val="2459411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AABB3-43CD-01CE-808B-31D0EE6F2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609344"/>
          </a:xfrm>
        </p:spPr>
        <p:txBody>
          <a:bodyPr/>
          <a:lstStyle/>
          <a:p>
            <a:pPr algn="ctr"/>
            <a:r>
              <a:rPr lang="en-IN" dirty="0"/>
              <a:t>Resume 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84DBA-F77C-4E29-798E-D70EADB88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503571"/>
            <a:ext cx="10058400" cy="4050792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/>
              <a:t>What is a Résumé?</a:t>
            </a:r>
          </a:p>
          <a:p>
            <a:pPr marL="0" indent="0">
              <a:buNone/>
            </a:pPr>
            <a:endParaRPr lang="en-US" sz="2800" b="1" dirty="0"/>
          </a:p>
          <a:p>
            <a:r>
              <a:rPr lang="en-US" sz="2800" dirty="0"/>
              <a:t>A résumé is a short professional document</a:t>
            </a:r>
          </a:p>
          <a:p>
            <a:r>
              <a:rPr lang="en-US" sz="2800" dirty="0"/>
              <a:t>Summarizes education, skills, projects, achievements</a:t>
            </a:r>
          </a:p>
          <a:p>
            <a:r>
              <a:rPr lang="en-US" sz="2800" dirty="0"/>
              <a:t>Used for jobs, internships, and placements</a:t>
            </a:r>
          </a:p>
          <a:p>
            <a:r>
              <a:rPr lang="en-US" sz="2800" dirty="0"/>
              <a:t>First impression on the recruiter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5551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04D8E-DB57-FDFF-6B8A-E6FF58479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124630"/>
            <a:ext cx="10058400" cy="4050792"/>
          </a:xfrm>
        </p:spPr>
        <p:txBody>
          <a:bodyPr/>
          <a:lstStyle/>
          <a:p>
            <a:r>
              <a:rPr lang="en-US" sz="2800" b="1" dirty="0"/>
              <a:t>Why is a Résumé Important?</a:t>
            </a:r>
          </a:p>
          <a:p>
            <a:endParaRPr lang="en-US" sz="2800" b="1" dirty="0"/>
          </a:p>
          <a:p>
            <a:r>
              <a:rPr lang="en-US" sz="2800" dirty="0"/>
              <a:t>Required for job and internship applications</a:t>
            </a:r>
          </a:p>
          <a:p>
            <a:r>
              <a:rPr lang="en-US" sz="2800" dirty="0"/>
              <a:t>Helps recruiters shortlist candidates</a:t>
            </a:r>
          </a:p>
          <a:p>
            <a:r>
              <a:rPr lang="en-US" sz="2800" dirty="0"/>
              <a:t>Highlights skills and strengths</a:t>
            </a:r>
          </a:p>
          <a:p>
            <a:r>
              <a:rPr lang="en-US" sz="2800" dirty="0"/>
              <a:t>Shows professionalism</a:t>
            </a:r>
          </a:p>
          <a:p>
            <a:r>
              <a:rPr lang="en-US" sz="2800" dirty="0"/>
              <a:t>Recruiters spend only 6–10 seconds per résumé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4370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B4C1B-682F-4B6A-8C54-DDDDC0537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6D248-FA19-3322-C325-50FF28FDB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9557"/>
            <a:ext cx="10515600" cy="570740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2400" b="1" dirty="0"/>
              <a:t>CV vs Résumé vs Biodata</a:t>
            </a:r>
          </a:p>
          <a:p>
            <a:r>
              <a:rPr lang="en-IN" sz="2400" dirty="0"/>
              <a:t>CV (Curriculum Vitae): Long, academic-focused</a:t>
            </a:r>
          </a:p>
          <a:p>
            <a:r>
              <a:rPr lang="en-IN" sz="2400" dirty="0"/>
              <a:t>Résumé: Short, job-focused</a:t>
            </a:r>
          </a:p>
          <a:p>
            <a:r>
              <a:rPr lang="en-IN" sz="2400" dirty="0"/>
              <a:t>Biodata: Personal details, traditional use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3E521B4-B510-1E15-8F49-18C500A7BB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371570"/>
              </p:ext>
            </p:extLst>
          </p:nvPr>
        </p:nvGraphicFramePr>
        <p:xfrm>
          <a:off x="912341" y="2940908"/>
          <a:ext cx="10515600" cy="33782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71497809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8101626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4760272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724641986"/>
                    </a:ext>
                  </a:extLst>
                </a:gridCol>
              </a:tblGrid>
              <a:tr h="497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CV (Curriculum Vitae)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Résumé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Biodata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6590454"/>
                  </a:ext>
                </a:extLst>
              </a:tr>
              <a:tr h="497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Length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Long (2–5 pages)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Short (1–2 pages)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Very short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45040"/>
                  </a:ext>
                </a:extLst>
              </a:tr>
              <a:tr h="497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Academic &amp; research jobs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Jobs &amp; placements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Personal 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3038778"/>
                  </a:ext>
                </a:extLst>
              </a:tr>
              <a:tr h="87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Detailed education, research, publications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Skills, projects, achievements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Age, gender, religion, family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790867"/>
                  </a:ext>
                </a:extLst>
              </a:tr>
              <a:tr h="87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Used for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Teaching, PhD, research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Corporate &amp; technical jobs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Marriage or traditional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2368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4774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0216C-7BF4-53D2-5F77-832C1DD33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C931A-0E13-2CBC-2AA9-1535DCB3D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7265"/>
            <a:ext cx="10515600" cy="5509698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/>
              <a:t>Components of a Good Résumé</a:t>
            </a:r>
          </a:p>
          <a:p>
            <a:pPr marL="0" indent="0">
              <a:buNone/>
            </a:pPr>
            <a:endParaRPr lang="en-US" sz="2800" b="1" dirty="0"/>
          </a:p>
          <a:p>
            <a:r>
              <a:rPr lang="en-US" sz="2800" dirty="0"/>
              <a:t>Contact Information</a:t>
            </a:r>
          </a:p>
          <a:p>
            <a:r>
              <a:rPr lang="en-US" sz="2800" dirty="0"/>
              <a:t>Career Objective</a:t>
            </a:r>
          </a:p>
          <a:p>
            <a:r>
              <a:rPr lang="en-US" sz="2800" dirty="0"/>
              <a:t>Educational Qualification</a:t>
            </a:r>
          </a:p>
          <a:p>
            <a:r>
              <a:rPr lang="en-US" sz="2800" dirty="0"/>
              <a:t>Technical Skills</a:t>
            </a:r>
          </a:p>
          <a:p>
            <a:r>
              <a:rPr lang="en-US" sz="2800" dirty="0"/>
              <a:t>Projects / Internships</a:t>
            </a:r>
          </a:p>
          <a:p>
            <a:r>
              <a:rPr lang="en-US" sz="2800" dirty="0"/>
              <a:t>Certifications / Achievements</a:t>
            </a:r>
          </a:p>
          <a:p>
            <a:r>
              <a:rPr lang="en-US" sz="2800" dirty="0"/>
              <a:t>Soft Skills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5791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7E819-39F6-8DCB-6067-673D8130D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82C0A-A6E8-F1DA-60B7-979F3127D5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2896" y="1543770"/>
            <a:ext cx="4754880" cy="3977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Contact Information</a:t>
            </a:r>
          </a:p>
          <a:p>
            <a:r>
              <a:rPr lang="en-US" sz="2400" dirty="0"/>
              <a:t>Full Name</a:t>
            </a:r>
          </a:p>
          <a:p>
            <a:r>
              <a:rPr lang="en-US" sz="2400" dirty="0"/>
              <a:t>Phone Number</a:t>
            </a:r>
          </a:p>
          <a:p>
            <a:r>
              <a:rPr lang="en-US" sz="2400" dirty="0"/>
              <a:t>Professional Email ID</a:t>
            </a:r>
          </a:p>
          <a:p>
            <a:r>
              <a:rPr lang="en-US" sz="2400" dirty="0"/>
              <a:t>LinkedIn / GitHub (optional)</a:t>
            </a:r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6AF1E3-5630-72F1-D2A3-5A2C0A7F1F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4224" y="1543770"/>
            <a:ext cx="4754880" cy="3977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Career Objective</a:t>
            </a:r>
          </a:p>
          <a:p>
            <a:r>
              <a:rPr lang="en-US" sz="2400" dirty="0"/>
              <a:t>2–3 line statement</a:t>
            </a:r>
          </a:p>
          <a:p>
            <a:r>
              <a:rPr lang="en-US" sz="2400" dirty="0"/>
              <a:t>Mentions goal, skills, and aspiration</a:t>
            </a:r>
          </a:p>
          <a:p>
            <a:r>
              <a:rPr lang="en-US" sz="2400" dirty="0"/>
              <a:t>Example:</a:t>
            </a:r>
          </a:p>
          <a:p>
            <a:pPr lvl="1"/>
            <a:r>
              <a:rPr lang="en-US" sz="2000" dirty="0"/>
              <a:t>Motivated </a:t>
            </a:r>
            <a:r>
              <a:rPr lang="en-US" sz="2000" dirty="0" err="1"/>
              <a:t>B.Tech</a:t>
            </a:r>
            <a:r>
              <a:rPr lang="en-US" sz="2000" dirty="0"/>
              <a:t> CSE student seeking opportunities to apply technical skills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27826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08923-E9C9-3083-F95C-FC2A45F9D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D3AC77-FE6B-D134-FD23-9180977177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2897" y="1440180"/>
            <a:ext cx="4754880" cy="3977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Educational Qualification</a:t>
            </a:r>
          </a:p>
          <a:p>
            <a:r>
              <a:rPr lang="en-US" sz="2400" dirty="0"/>
              <a:t>Write in reverse chronological order</a:t>
            </a:r>
          </a:p>
          <a:p>
            <a:r>
              <a:rPr lang="en-US" sz="2400" dirty="0"/>
              <a:t>Include:</a:t>
            </a:r>
          </a:p>
          <a:p>
            <a:pPr lvl="1"/>
            <a:r>
              <a:rPr lang="en-US" sz="2000" dirty="0"/>
              <a:t>Degree</a:t>
            </a:r>
          </a:p>
          <a:p>
            <a:pPr lvl="1"/>
            <a:r>
              <a:rPr lang="en-US" sz="2000" dirty="0"/>
              <a:t>Institution</a:t>
            </a:r>
          </a:p>
          <a:p>
            <a:pPr lvl="1"/>
            <a:r>
              <a:rPr lang="en-US" sz="2000" dirty="0"/>
              <a:t>Year</a:t>
            </a:r>
          </a:p>
          <a:p>
            <a:pPr lvl="1"/>
            <a:r>
              <a:rPr lang="en-US" sz="2000" dirty="0"/>
              <a:t>CGPA / Percentage</a:t>
            </a:r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877B9D-BB16-5CE9-8FC1-94C00DF1F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4225" y="1440180"/>
            <a:ext cx="4754880" cy="3977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Technical Skills</a:t>
            </a:r>
          </a:p>
          <a:p>
            <a:r>
              <a:rPr lang="en-US" sz="2400" dirty="0"/>
              <a:t>Programming Languages</a:t>
            </a:r>
          </a:p>
          <a:p>
            <a:r>
              <a:rPr lang="en-US" sz="2400" dirty="0"/>
              <a:t>Tools and Software</a:t>
            </a:r>
          </a:p>
          <a:p>
            <a:r>
              <a:rPr lang="en-US" sz="2400" dirty="0"/>
              <a:t>Technologies</a:t>
            </a:r>
          </a:p>
          <a:p>
            <a:r>
              <a:rPr lang="en-US" sz="2400" dirty="0"/>
              <a:t>Mention only skills you know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9085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B4DA66-6E7E-A40E-F08A-4B0A4AAD9D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2896" y="1255447"/>
            <a:ext cx="4754880" cy="3977640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Projects / Internships</a:t>
            </a:r>
          </a:p>
          <a:p>
            <a:r>
              <a:rPr lang="en-US" sz="2400" dirty="0"/>
              <a:t>Project Title</a:t>
            </a:r>
          </a:p>
          <a:p>
            <a:r>
              <a:rPr lang="en-US" sz="2400" dirty="0"/>
              <a:t>Tools or technologies used</a:t>
            </a:r>
          </a:p>
          <a:p>
            <a:r>
              <a:rPr lang="en-US" sz="2400" dirty="0"/>
              <a:t>One-line description</a:t>
            </a:r>
          </a:p>
          <a:p>
            <a:r>
              <a:rPr lang="en-US" sz="2400" dirty="0"/>
              <a:t>Mini projects are acceptable</a:t>
            </a:r>
          </a:p>
          <a:p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51AA51E-7C95-F734-1068-DA3D6A0829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86646" y="1173068"/>
            <a:ext cx="4754880" cy="3977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Certifications &amp; Achievements</a:t>
            </a:r>
          </a:p>
          <a:p>
            <a:r>
              <a:rPr lang="en-US" sz="2400" dirty="0"/>
              <a:t>Online courses</a:t>
            </a:r>
          </a:p>
          <a:p>
            <a:r>
              <a:rPr lang="en-US" sz="2400" dirty="0"/>
              <a:t>Hackathons</a:t>
            </a:r>
          </a:p>
          <a:p>
            <a:r>
              <a:rPr lang="en-US" sz="2400" dirty="0"/>
              <a:t>Workshops</a:t>
            </a:r>
          </a:p>
          <a:p>
            <a:r>
              <a:rPr lang="en-US" sz="2400" dirty="0"/>
              <a:t>Competitions</a:t>
            </a:r>
          </a:p>
          <a:p>
            <a:r>
              <a:rPr lang="en-US" sz="2400" dirty="0"/>
              <a:t>Awards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78395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70213-A246-83C2-E48A-ED403D78B9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4075" y="1321349"/>
            <a:ext cx="4754880" cy="3977640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/>
              <a:t>Soft Skills</a:t>
            </a:r>
          </a:p>
          <a:p>
            <a:pPr marL="0" indent="0">
              <a:buNone/>
            </a:pPr>
            <a:endParaRPr lang="en-US" sz="2800" b="1" dirty="0"/>
          </a:p>
          <a:p>
            <a:r>
              <a:rPr lang="en-US" sz="2800" dirty="0"/>
              <a:t>Communication skills</a:t>
            </a:r>
          </a:p>
          <a:p>
            <a:r>
              <a:rPr lang="en-US" sz="2800" dirty="0"/>
              <a:t>Teamwork</a:t>
            </a:r>
          </a:p>
          <a:p>
            <a:r>
              <a:rPr lang="en-US" sz="2800" dirty="0"/>
              <a:t>Problem-solving</a:t>
            </a:r>
          </a:p>
          <a:p>
            <a:r>
              <a:rPr lang="en-US" sz="2800" dirty="0"/>
              <a:t>Time management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6905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F8FE68-3138-D222-CA31-9E9ED517D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8745" y="1182294"/>
            <a:ext cx="10058400" cy="4050792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/>
              <a:t>Format of a Résumé</a:t>
            </a:r>
          </a:p>
          <a:p>
            <a:pPr marL="0" indent="0">
              <a:buNone/>
            </a:pPr>
            <a:endParaRPr lang="en-US" sz="2800" b="1" dirty="0"/>
          </a:p>
          <a:p>
            <a:r>
              <a:rPr lang="en-US" sz="2800" dirty="0"/>
              <a:t>Length: 1 page (freshers)</a:t>
            </a:r>
          </a:p>
          <a:p>
            <a:r>
              <a:rPr lang="en-US" sz="2800" dirty="0"/>
              <a:t>Font: Arial / Calibri / Times New Roman</a:t>
            </a:r>
          </a:p>
          <a:p>
            <a:r>
              <a:rPr lang="en-US" sz="2800" dirty="0"/>
              <a:t>Font size: 10.5 – 12</a:t>
            </a:r>
          </a:p>
          <a:p>
            <a:r>
              <a:rPr lang="en-US" sz="2800" dirty="0"/>
              <a:t>Use bullet points</a:t>
            </a:r>
          </a:p>
          <a:p>
            <a:r>
              <a:rPr lang="en-US" sz="2800" dirty="0"/>
              <a:t>Proper spacing and alignment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2695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21471-2307-B1A3-ABB2-CD8E916CF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9362" y="1305862"/>
            <a:ext cx="10058400" cy="4050792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/>
              <a:t>Types of Résumé</a:t>
            </a:r>
          </a:p>
          <a:p>
            <a:pPr marL="0" indent="0">
              <a:buNone/>
            </a:pPr>
            <a:endParaRPr lang="en-US" sz="2800" b="1" dirty="0"/>
          </a:p>
          <a:p>
            <a:r>
              <a:rPr lang="en-US" sz="2800" dirty="0"/>
              <a:t>Chronological</a:t>
            </a:r>
          </a:p>
          <a:p>
            <a:r>
              <a:rPr lang="en-US" sz="2800" dirty="0"/>
              <a:t>Functional</a:t>
            </a:r>
          </a:p>
          <a:p>
            <a:r>
              <a:rPr lang="en-US" sz="2800" dirty="0"/>
              <a:t>Combination (Hybrid)</a:t>
            </a:r>
          </a:p>
          <a:p>
            <a:r>
              <a:rPr lang="en-US" sz="2800" dirty="0"/>
              <a:t>Targeted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3902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D24655-69CD-9126-7F4D-C205330C58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2897" y="1263684"/>
            <a:ext cx="4754880" cy="3977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Chronological Résumé</a:t>
            </a:r>
          </a:p>
          <a:p>
            <a:r>
              <a:rPr lang="en-US" sz="2400" dirty="0"/>
              <a:t>Most commonly used</a:t>
            </a:r>
          </a:p>
          <a:p>
            <a:r>
              <a:rPr lang="en-US" sz="2400" dirty="0"/>
              <a:t>Latest information first</a:t>
            </a:r>
          </a:p>
          <a:p>
            <a:r>
              <a:rPr lang="en-US" sz="2400" dirty="0"/>
              <a:t>Focuses on education and experience</a:t>
            </a:r>
          </a:p>
          <a:p>
            <a:r>
              <a:rPr lang="en-US" sz="2400" dirty="0"/>
              <a:t>Best for freshers</a:t>
            </a:r>
          </a:p>
          <a:p>
            <a:endParaRPr lang="en-IN" sz="24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E8D736-188C-A0A2-D3C9-A5A3745895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4223" y="1263684"/>
            <a:ext cx="4754880" cy="3977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Functional Résumé</a:t>
            </a:r>
          </a:p>
          <a:p>
            <a:r>
              <a:rPr lang="en-US" sz="2400" dirty="0"/>
              <a:t>Focuses on skills</a:t>
            </a:r>
          </a:p>
          <a:p>
            <a:r>
              <a:rPr lang="en-US" sz="2400" dirty="0"/>
              <a:t>Education and experience given less importance</a:t>
            </a:r>
          </a:p>
          <a:p>
            <a:r>
              <a:rPr lang="en-US" sz="2400" dirty="0"/>
              <a:t>Suitable for skill-based profiles</a:t>
            </a:r>
          </a:p>
          <a:p>
            <a:r>
              <a:rPr lang="en-US" sz="2400" dirty="0"/>
              <a:t>Less preferred in campus placements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63254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6815D-2196-08C5-EF8F-CEBB3B8B68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35751" y="1197782"/>
            <a:ext cx="4754880" cy="3977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Combination Résumé</a:t>
            </a:r>
          </a:p>
          <a:p>
            <a:r>
              <a:rPr lang="en-US" sz="2400" dirty="0"/>
              <a:t>Mix of chronological and functional</a:t>
            </a:r>
          </a:p>
          <a:p>
            <a:r>
              <a:rPr lang="en-US" sz="2400" dirty="0"/>
              <a:t>Highlights skills and education</a:t>
            </a:r>
          </a:p>
          <a:p>
            <a:r>
              <a:rPr lang="en-US" sz="2400" dirty="0"/>
              <a:t>Suitable for internships and projects</a:t>
            </a:r>
          </a:p>
          <a:p>
            <a:endParaRPr lang="en-IN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BBDBE1-2049-A47C-6231-52E40A9BFE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97176" y="1197782"/>
            <a:ext cx="4754880" cy="3977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Targeted Résumé</a:t>
            </a:r>
          </a:p>
          <a:p>
            <a:r>
              <a:rPr lang="en-US" sz="2400" dirty="0"/>
              <a:t>Customized for a specific job</a:t>
            </a:r>
          </a:p>
          <a:p>
            <a:r>
              <a:rPr lang="en-US" sz="2400" dirty="0"/>
              <a:t>Skills matched to job description</a:t>
            </a:r>
          </a:p>
          <a:p>
            <a:r>
              <a:rPr lang="en-US" sz="2400" dirty="0"/>
              <a:t>Increases chances of selection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253943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70DF1C-3B3F-3D13-0AA6-F1C6E1143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7503" y="1403604"/>
            <a:ext cx="10058400" cy="40507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Common Errors in Résumé</a:t>
            </a:r>
          </a:p>
          <a:p>
            <a:pPr marL="0" indent="0">
              <a:buNone/>
            </a:pPr>
            <a:endParaRPr lang="en-US" sz="2400" b="1" dirty="0"/>
          </a:p>
          <a:p>
            <a:r>
              <a:rPr lang="en-US" sz="2400" dirty="0"/>
              <a:t>Spelling and grammar mistakes</a:t>
            </a:r>
          </a:p>
          <a:p>
            <a:r>
              <a:rPr lang="en-US" sz="2400" dirty="0"/>
              <a:t>Unprofessional email ID</a:t>
            </a:r>
          </a:p>
          <a:p>
            <a:r>
              <a:rPr lang="en-US" sz="2400" dirty="0"/>
              <a:t>False information</a:t>
            </a:r>
          </a:p>
          <a:p>
            <a:r>
              <a:rPr lang="en-US" sz="2400" dirty="0"/>
              <a:t>Poor formatting</a:t>
            </a:r>
          </a:p>
          <a:p>
            <a:r>
              <a:rPr lang="en-US" sz="2400" dirty="0"/>
              <a:t>Long paragraphs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50681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462F0-075A-334C-9E14-8672BC7BF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3502" y="1470619"/>
            <a:ext cx="10058400" cy="40507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Guidelines for a Good Résumé</a:t>
            </a:r>
          </a:p>
          <a:p>
            <a:pPr marL="0" indent="0">
              <a:buNone/>
            </a:pPr>
            <a:endParaRPr lang="en-US" sz="2400" b="1" dirty="0"/>
          </a:p>
          <a:p>
            <a:r>
              <a:rPr lang="en-US" sz="2400" dirty="0"/>
              <a:t>Keep it simple and clear</a:t>
            </a:r>
          </a:p>
          <a:p>
            <a:r>
              <a:rPr lang="en-US" sz="2400" dirty="0"/>
              <a:t>Be honest</a:t>
            </a:r>
          </a:p>
          <a:p>
            <a:r>
              <a:rPr lang="en-US" sz="2400" dirty="0"/>
              <a:t>Customize for each job</a:t>
            </a:r>
          </a:p>
          <a:p>
            <a:r>
              <a:rPr lang="en-US" sz="2400" dirty="0"/>
              <a:t>Use action words</a:t>
            </a:r>
          </a:p>
          <a:p>
            <a:r>
              <a:rPr lang="en-US" sz="2400" dirty="0"/>
              <a:t>Proofread before submission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912141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9D9D9-7BEC-C967-07A9-315992B1F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609344"/>
          </a:xfrm>
        </p:spPr>
        <p:txBody>
          <a:bodyPr/>
          <a:lstStyle/>
          <a:p>
            <a:pPr algn="ctr"/>
            <a:r>
              <a:rPr lang="en-IN" dirty="0"/>
              <a:t>Interview 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E81A7-23ED-2F9B-96E4-07E8A80B1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Meaning of Interview</a:t>
            </a:r>
          </a:p>
          <a:p>
            <a:pPr marL="0" indent="0">
              <a:buNone/>
            </a:pPr>
            <a:endParaRPr lang="en-US" sz="2400" b="1" dirty="0"/>
          </a:p>
          <a:p>
            <a:r>
              <a:rPr lang="en-US" sz="2400" dirty="0"/>
              <a:t>Formal interaction between interviewer and candidate</a:t>
            </a:r>
          </a:p>
          <a:p>
            <a:r>
              <a:rPr lang="en-US" sz="2400" dirty="0"/>
              <a:t>Used to evaluate skills and personality</a:t>
            </a:r>
          </a:p>
          <a:p>
            <a:r>
              <a:rPr lang="en-US" sz="2400" dirty="0"/>
              <a:t>Final stage of selection process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2701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10122-D07A-2304-8C62-606724F96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4161" y="1161535"/>
            <a:ext cx="10058400" cy="5060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Types of Interview</a:t>
            </a:r>
          </a:p>
          <a:p>
            <a:pPr marL="0" indent="0">
              <a:buNone/>
            </a:pPr>
            <a:endParaRPr lang="en-US" sz="2800" b="1" dirty="0"/>
          </a:p>
          <a:p>
            <a:r>
              <a:rPr lang="en-US" sz="2800" dirty="0"/>
              <a:t>Face-to-face interview</a:t>
            </a:r>
          </a:p>
          <a:p>
            <a:r>
              <a:rPr lang="en-US" sz="2800" dirty="0"/>
              <a:t>Telephonic interview</a:t>
            </a:r>
          </a:p>
          <a:p>
            <a:r>
              <a:rPr lang="en-US" sz="2800" dirty="0"/>
              <a:t>Video interview</a:t>
            </a:r>
          </a:p>
          <a:p>
            <a:r>
              <a:rPr lang="en-US" sz="2800" dirty="0"/>
              <a:t>Technical interview</a:t>
            </a:r>
          </a:p>
          <a:p>
            <a:r>
              <a:rPr lang="en-US" sz="2800" dirty="0"/>
              <a:t>HR interview</a:t>
            </a:r>
          </a:p>
          <a:p>
            <a:pPr marL="0" indent="0">
              <a:buNone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9804184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5FFA2-99A8-AD4A-C93C-458085544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20CB4C-0B92-0A28-A74D-ED98A16008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0951" y="1440180"/>
            <a:ext cx="4754880" cy="3977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Face-to-Face Interview</a:t>
            </a:r>
          </a:p>
          <a:p>
            <a:r>
              <a:rPr lang="en-US" sz="2400" dirty="0"/>
              <a:t>Conducted in person</a:t>
            </a:r>
          </a:p>
          <a:p>
            <a:r>
              <a:rPr lang="en-US" sz="2400" dirty="0"/>
              <a:t>Most commonly used</a:t>
            </a:r>
          </a:p>
          <a:p>
            <a:r>
              <a:rPr lang="en-US" sz="2400" dirty="0"/>
              <a:t>Tests communication and confidence</a:t>
            </a:r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0697F9-A62B-E298-AEE5-9137754AB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0657" y="1440180"/>
            <a:ext cx="4754880" cy="3977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Telephonic &amp; Video Interview</a:t>
            </a:r>
          </a:p>
          <a:p>
            <a:r>
              <a:rPr lang="en-US" sz="2400" dirty="0"/>
              <a:t>Telephonic: Initial screening</a:t>
            </a:r>
          </a:p>
          <a:p>
            <a:r>
              <a:rPr lang="en-US" sz="2400" dirty="0"/>
              <a:t>Video: Online interview using digital platforms</a:t>
            </a:r>
          </a:p>
          <a:p>
            <a:r>
              <a:rPr lang="en-US" sz="2400" dirty="0"/>
              <a:t>Focus on communication and clarity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65363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8D7FA-A111-7CD4-F9D8-021D28573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75347D-38CA-7FA9-B38A-5146791E2C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0951" y="1440180"/>
            <a:ext cx="4754880" cy="3977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Technical Interview</a:t>
            </a:r>
          </a:p>
          <a:p>
            <a:r>
              <a:rPr lang="en-US" sz="2400" dirty="0"/>
              <a:t>Tests subject knowledge</a:t>
            </a:r>
          </a:p>
          <a:p>
            <a:r>
              <a:rPr lang="en-US" sz="2400" dirty="0"/>
              <a:t>Includes coding and problem-solving</a:t>
            </a:r>
          </a:p>
          <a:p>
            <a:r>
              <a:rPr lang="en-US" sz="2400" dirty="0"/>
              <a:t>Project-related questions</a:t>
            </a:r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DD2F02B-0080-C735-49EB-4AC70F4D77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0657" y="1440180"/>
            <a:ext cx="4754880" cy="3977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HR Interview</a:t>
            </a:r>
          </a:p>
          <a:p>
            <a:r>
              <a:rPr lang="en-US" sz="2400" dirty="0"/>
              <a:t>Tests attitude and personality</a:t>
            </a:r>
          </a:p>
          <a:p>
            <a:r>
              <a:rPr lang="en-US" sz="2400" dirty="0"/>
              <a:t>Focus on behavior and goals</a:t>
            </a:r>
          </a:p>
          <a:p>
            <a:r>
              <a:rPr lang="en-US" sz="2400" dirty="0"/>
              <a:t>Includes personal questions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774159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3D519-5AAC-E1FE-ADF7-E0B6CCD51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6ED57-2DCE-A4CA-632C-D9F8B9B3C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4161" y="1161535"/>
            <a:ext cx="10058400" cy="5060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STAR Approach</a:t>
            </a:r>
          </a:p>
          <a:p>
            <a:pPr marL="0" indent="0">
              <a:buNone/>
            </a:pPr>
            <a:endParaRPr lang="en-US" sz="2800" b="1" dirty="0"/>
          </a:p>
          <a:p>
            <a:pPr lvl="1"/>
            <a:r>
              <a:rPr lang="en-US" sz="2800" dirty="0"/>
              <a:t>S: Situation</a:t>
            </a:r>
          </a:p>
          <a:p>
            <a:pPr lvl="1"/>
            <a:r>
              <a:rPr lang="en-US" sz="2800" dirty="0"/>
              <a:t>T: Task</a:t>
            </a:r>
          </a:p>
          <a:p>
            <a:pPr lvl="1"/>
            <a:r>
              <a:rPr lang="en-US" sz="2800" dirty="0"/>
              <a:t>A: Action</a:t>
            </a:r>
          </a:p>
          <a:p>
            <a:pPr lvl="1"/>
            <a:r>
              <a:rPr lang="en-US" sz="2800" dirty="0"/>
              <a:t>R: Result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3162095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A55E3-E208-D389-9EAF-C9BF4E747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ED3F7-0A26-8619-0AF6-C4468BB37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4161" y="1161535"/>
            <a:ext cx="10058400" cy="5060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STAR Example</a:t>
            </a:r>
          </a:p>
          <a:p>
            <a:pPr marL="0" indent="0">
              <a:buNone/>
            </a:pPr>
            <a:endParaRPr lang="en-US" sz="2800" b="1" dirty="0"/>
          </a:p>
          <a:p>
            <a:pPr lvl="1"/>
            <a:r>
              <a:rPr lang="en-US" sz="2800" dirty="0"/>
              <a:t>Situation: College project deadline</a:t>
            </a:r>
          </a:p>
          <a:p>
            <a:pPr lvl="1"/>
            <a:r>
              <a:rPr lang="en-US" sz="2800" dirty="0"/>
              <a:t>Task: Complete project on time</a:t>
            </a:r>
          </a:p>
          <a:p>
            <a:pPr lvl="1"/>
            <a:r>
              <a:rPr lang="en-US" sz="2800" dirty="0"/>
              <a:t>Action: Team coordination</a:t>
            </a:r>
          </a:p>
          <a:p>
            <a:pPr lvl="1"/>
            <a:r>
              <a:rPr lang="en-US" sz="2800" dirty="0"/>
              <a:t>Result: Successful completion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6725266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CD63A-EEDD-6115-956F-61B6B7D2F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7B1D4-450B-7D43-2063-9E959067F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4161" y="1161535"/>
            <a:ext cx="10058400" cy="5060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Important Interview Questions (Examples)</a:t>
            </a:r>
          </a:p>
          <a:p>
            <a:pPr marL="0" indent="0">
              <a:buNone/>
            </a:pPr>
            <a:endParaRPr lang="en-US" sz="2800" b="1" dirty="0"/>
          </a:p>
          <a:p>
            <a:r>
              <a:rPr lang="en-US" sz="2800" dirty="0"/>
              <a:t>Tell me about yourself</a:t>
            </a:r>
          </a:p>
          <a:p>
            <a:r>
              <a:rPr lang="en-US" sz="2800" dirty="0"/>
              <a:t>Strengths and weaknesses</a:t>
            </a:r>
          </a:p>
          <a:p>
            <a:r>
              <a:rPr lang="en-US" sz="2800" dirty="0"/>
              <a:t>Why should we hire you?</a:t>
            </a:r>
          </a:p>
          <a:p>
            <a:r>
              <a:rPr lang="en-US" sz="2800" dirty="0"/>
              <a:t>Explain your project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7054209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7AAFA-E3DE-3ABE-7B54-131FCC280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5567C-DECF-47B1-FA5D-F50B6F4512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9848" y="782595"/>
            <a:ext cx="4754880" cy="53896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Do’s in an Interview</a:t>
            </a:r>
          </a:p>
          <a:p>
            <a:pPr marL="0" indent="0">
              <a:buNone/>
            </a:pPr>
            <a:endParaRPr lang="en-US" sz="2800" b="1" dirty="0"/>
          </a:p>
          <a:p>
            <a:pPr lvl="0"/>
            <a:r>
              <a:rPr lang="en-IN" dirty="0"/>
              <a:t>Be punctual and arrive early</a:t>
            </a:r>
          </a:p>
          <a:p>
            <a:pPr lvl="0"/>
            <a:r>
              <a:rPr lang="en-IN" dirty="0"/>
              <a:t>Dress formally and neatly</a:t>
            </a:r>
          </a:p>
          <a:p>
            <a:pPr lvl="0"/>
            <a:r>
              <a:rPr lang="en-IN" dirty="0"/>
              <a:t>Carry updated résumé and documents</a:t>
            </a:r>
          </a:p>
          <a:p>
            <a:pPr lvl="0"/>
            <a:r>
              <a:rPr lang="en-IN" dirty="0"/>
              <a:t>Listen carefully to questions</a:t>
            </a:r>
          </a:p>
          <a:p>
            <a:pPr lvl="0"/>
            <a:r>
              <a:rPr lang="en-IN" dirty="0"/>
              <a:t>Maintain eye contact</a:t>
            </a:r>
          </a:p>
          <a:p>
            <a:pPr lvl="0"/>
            <a:r>
              <a:rPr lang="en-IN" dirty="0"/>
              <a:t>Answer confidently and politely</a:t>
            </a:r>
          </a:p>
          <a:p>
            <a:pPr lvl="0"/>
            <a:r>
              <a:rPr lang="en-IN" dirty="0"/>
              <a:t>Be honest about your skills</a:t>
            </a:r>
          </a:p>
          <a:p>
            <a:pPr marL="0" indent="0">
              <a:buNone/>
            </a:pPr>
            <a:endParaRPr lang="en-US" sz="28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4797D0-0CE9-A640-DA47-2D9A2CD86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4224" y="897924"/>
            <a:ext cx="4754880" cy="52742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Don’ts During an Interview</a:t>
            </a: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lvl="0"/>
            <a:r>
              <a:rPr lang="en-IN" dirty="0"/>
              <a:t>Do not be late</a:t>
            </a:r>
          </a:p>
          <a:p>
            <a:pPr lvl="0"/>
            <a:r>
              <a:rPr lang="en-IN" dirty="0"/>
              <a:t>Do not interrupt the interviewer</a:t>
            </a:r>
          </a:p>
          <a:p>
            <a:pPr lvl="0"/>
            <a:r>
              <a:rPr lang="en-IN" dirty="0"/>
              <a:t>Do not lie or exaggerate</a:t>
            </a:r>
          </a:p>
          <a:p>
            <a:pPr lvl="0"/>
            <a:r>
              <a:rPr lang="en-IN" dirty="0"/>
              <a:t>Do not use mobile phone</a:t>
            </a:r>
          </a:p>
          <a:p>
            <a:pPr lvl="0"/>
            <a:r>
              <a:rPr lang="en-IN" dirty="0"/>
              <a:t>Do not argue or show attitude</a:t>
            </a:r>
          </a:p>
          <a:p>
            <a:pPr lvl="0"/>
            <a:r>
              <a:rPr lang="en-IN" dirty="0"/>
              <a:t>Do not speak negatively about others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04460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F1A8B-0D43-A897-6FB5-A02C609DF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D4084-2498-59CA-29A0-22E5BB7D6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4161" y="1161535"/>
            <a:ext cx="10058400" cy="5060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Common Interview Errors</a:t>
            </a:r>
          </a:p>
          <a:p>
            <a:pPr marL="0" indent="0">
              <a:buNone/>
            </a:pPr>
            <a:endParaRPr lang="en-US" sz="2800" b="1" dirty="0"/>
          </a:p>
          <a:p>
            <a:pPr lvl="0"/>
            <a:r>
              <a:rPr lang="en-IN" dirty="0"/>
              <a:t>Lack of preparation</a:t>
            </a:r>
          </a:p>
          <a:p>
            <a:pPr lvl="0"/>
            <a:r>
              <a:rPr lang="en-IN" dirty="0"/>
              <a:t>Poor communication skills</a:t>
            </a:r>
          </a:p>
          <a:p>
            <a:pPr lvl="0"/>
            <a:r>
              <a:rPr lang="en-IN" dirty="0"/>
              <a:t>Nervous body language</a:t>
            </a:r>
          </a:p>
          <a:p>
            <a:pPr lvl="0"/>
            <a:r>
              <a:rPr lang="en-IN" dirty="0"/>
              <a:t>Not knowing about the company</a:t>
            </a:r>
          </a:p>
          <a:p>
            <a:pPr lvl="0"/>
            <a:r>
              <a:rPr lang="en-IN" dirty="0"/>
              <a:t>Memorized answers</a:t>
            </a:r>
          </a:p>
          <a:p>
            <a:pPr lvl="0"/>
            <a:r>
              <a:rPr lang="en-IN" dirty="0"/>
              <a:t>Speaking too fast or too slow</a:t>
            </a:r>
          </a:p>
          <a:p>
            <a:pPr lvl="0"/>
            <a:r>
              <a:rPr lang="en-IN" dirty="0"/>
              <a:t>Overconfidence or </a:t>
            </a:r>
            <a:r>
              <a:rPr lang="en-IN" dirty="0" err="1"/>
              <a:t>underconfidence</a:t>
            </a:r>
            <a:endParaRPr lang="en-IN" dirty="0"/>
          </a:p>
          <a:p>
            <a:pPr marL="0" indent="0">
              <a:buNone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8491949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2DDDE-73C9-F1D3-D535-3854352D2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5069" y="2313432"/>
            <a:ext cx="3197352" cy="1609344"/>
          </a:xfrm>
        </p:spPr>
        <p:txBody>
          <a:bodyPr/>
          <a:lstStyle/>
          <a:p>
            <a:r>
              <a:rPr lang="en-IN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042752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30</TotalTime>
  <Words>680</Words>
  <Application>Microsoft Office PowerPoint</Application>
  <PresentationFormat>Widescreen</PresentationFormat>
  <Paragraphs>206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Rockwell</vt:lpstr>
      <vt:lpstr>Rockwell Condensed</vt:lpstr>
      <vt:lpstr>Wingdings</vt:lpstr>
      <vt:lpstr>Wood Type</vt:lpstr>
      <vt:lpstr>Professional Skills Unit I PPT</vt:lpstr>
      <vt:lpstr>Resume skills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Interview Skills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Geetika Khatri</dc:creator>
  <cp:lastModifiedBy>Geetika Khatri</cp:lastModifiedBy>
  <cp:revision>1</cp:revision>
  <dcterms:created xsi:type="dcterms:W3CDTF">2026-01-22T02:56:47Z</dcterms:created>
  <dcterms:modified xsi:type="dcterms:W3CDTF">2026-01-22T06:41:31Z</dcterms:modified>
</cp:coreProperties>
</file>